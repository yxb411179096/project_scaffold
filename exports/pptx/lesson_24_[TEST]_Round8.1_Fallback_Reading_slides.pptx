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4 Natural Disasters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[TEST] Round8.1 Fallback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4 Natural Disasters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topic and prepare students for the lesson.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main idea and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reading evidence to answer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Give clear responses.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Outline the learning goals for the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Warm-up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Round8.1 Fallback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Warm-up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 about Reading.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Share one idea with a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prior knowledge and engage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[TEST] Round8.1 Fallback Reading / scene / Reading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text content.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Write a guiding question.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making predictions about the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Reading: Main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quickly to find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a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Check your ideas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identify the main idea of the reading passage.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Reading: Details And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to find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supporting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find supporting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Use one expression in a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Review key vocabulary that aids comprehension.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a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important sentence patterns and language points for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Discussion: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Q: What can we learn from [TEST] Round8.1 Fallback Reading?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groups, prepare two key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application of understanding through group discussion.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 And Reflection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Today's lesson: [TEST] Round8.1 Fallback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key language and main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Summarize key points and reflect on the lesson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the follow-up task after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work to reinforce learning.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[TEST] Round8.1 Fallback Reading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summary of the lesson content on the 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