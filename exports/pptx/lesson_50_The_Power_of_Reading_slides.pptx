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阅读的力量 The Power of Reading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高中英语阅读课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Preserve and present the original manuscript page: 封面.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学习目标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理解文章主旨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学习阅读词汇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提高阅读技能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Preserve and present the original manuscript page: 学习目标.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导入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几种不同类型的书：小说、科普书、历史书、传记、英语原版书。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你喜欢读书吗？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为什么？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Teacher-student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Preserve and present the original manuscript page: 导入.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热身活动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Reading is not only a way to get information, but also a way to understand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人们从阅读中能得到什么？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Preserve and present the original manuscript page: 热身活动.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读前预测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Keyword: I think the passage may talk about….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Clue: In my opinion, reading can….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Example: The author may give examples of….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Preserve and present the original manuscript page: Pre-reading 读前预测.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