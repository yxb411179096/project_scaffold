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Ollama Reading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4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lesson topic and set expectations.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 and key details in Ollama Reading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Answer guided questions using textual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Provide clear, supported oral or written responses.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Outline what students will achieve by the end of the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Warm-up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Ollama Reading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Warm-up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Ollama Reading Demo.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already know about Demo?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Engage students and activate prior knowledge related to Ollama Reading Demo.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Ollama Reading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students to make predictions about the reading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Skim the text for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one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read quickly for main ideas and overall understanding.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and look for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the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Teach students how to find key details and textual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important vocabulary that aids comprehension.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one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and practice key language structures used in the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Question: What can we learn from Ollama Reading Demo?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Teacher focus: Keep the reading tasks practical and discussion-oriented.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Facilitate a discussion where students apply their understanding to group tasks.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Ollama Reading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Review the main points and objectives of the 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tasks to reinforce learning outside the classroom.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Lesson Plan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Ollama Reading 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Provide a concise summary of the lesson plan and key points covered.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