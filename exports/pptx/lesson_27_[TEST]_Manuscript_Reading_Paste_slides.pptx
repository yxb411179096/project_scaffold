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2 Travelling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[TEST] Manuscript Reading Paste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lesson and show the overall topic.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Unit 2 Travelling Around Reading Lesson.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Teaching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Make the learning goals explicit before the main tasks begin.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Manuscript Reading Paste / scene / Paste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Unit 2 Travelling Around Reading Lesson Teaching Objectives 1.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Question: Students will identify the main idea and supporting details of the travel text.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Teacher-student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prior knowledge and set up the lesson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Manuscript Reading Paste / scene / Paste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Unit 2 Travelling Around Reading Lesson Teaching Objectives 1.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Question: Students will identify the main idea and supporting details of the travel text.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build a reading purpose before processing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 Reading Lesson Teaching Objectives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Students will identify the main idea and supporting details of the travel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Students will use key expressions to talk about travelling plans.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identify gist and structure quickly.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 Reading Lesson Teaching Objectives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Students will identify the main idea and supporting details of the travel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Students will use key expressions to talk about travelling plans.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detail reading and evidence-based understanding.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Keyword: Unit 2 Travelling Around Reading Lesson Teaching Objectives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Example: Students will identify the main idea and supporting details of the travel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key words and phrases for comprehension and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Unit 2 Travelling Around Reading Lesson Teaching Objectives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Students will identify the main idea and supporting details of the travel text.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Students will use key expressions to talk about travelling plans.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Turn lesson input into student discussion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Review the key idea of [TEST] Manuscript Reading Paste.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Say one useful language point or classroom strategy.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Prepare for the follow-up task after class.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Close the lesson with clear takeaways.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 Reading Lesson.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Teaching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a focused after-class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Unit 2 Travelling Around Reading Lesson Teaching Objectives 1.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Students will identify the main idea and supporting details of the travel text.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Students will use key expressions...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the classroom board logic for the lesson.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