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Writing Demo Cultural Heritage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Writing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3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Writing Workshop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writing lesson and frame the final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Understand the writing task, audience, and text purpose.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useful expressions and a clear structure to build a draft.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Complete a classroom writing product with teacher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Writing Demo Cultural Heritage / scene / Heritage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Writing Demo Cultural Heritage.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already know about Heritage?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ideas before the writing task begins.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Writing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Writing goal: produce a guided writing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the task and identify the audience and purpose.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the key words in the prompt.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Clarify the task, audience, and purpose.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Structure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17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Focus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Plan a clear beginning, body, and ending.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Decide what idea belongs in each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91640"/>
            <a:ext cx="4617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0195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Focus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3172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Build a quick outline before writing.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04688" y="3611880"/>
            <a:ext cx="41148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see how to organize the writing.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Useful Expressions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Use sentence starters for your opening.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Add linking words such as first, besides, and finally.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Choose two expressions you will use today.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Provide sentence starters and linking language.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Sample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Read the model writing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Find one strong idea and one useful expression.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Tell your partner what you can borrow from the sample.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Use a model to show what good writing looks like.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Guided Writing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Write your first draft with the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Use at least two expressions from this lesson.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Finish one complete paragraph in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Teacher focus: Focus on classroom interaction and clear tasks.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drafting with structured classroom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Peer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Exchange your writing with a partner.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Check content, structure, and useful language.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Give one praise and one suggestion.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peer feedback and revision awareness.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Writing Demo Cultural Heritage.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Task analysis, language support, structure building, guided writing, review, homework.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guided writing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revision or extension writing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