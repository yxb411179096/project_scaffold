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Mock Regression Reading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Senior 1 • PEP Compulsory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7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Senior 1 | PEP Compulsory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lesson with a clear topic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the main idea and key details related to 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reading evidence to answer guided classroom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Mock Regression Reading 3 / scene /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Mock Regression Reading 3.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already know about 3?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students' background knowledge and interest.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Mock Regression Reading 3 / scene /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content before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Skim the text for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one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read for the main idea.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and look for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the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 students to find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comprehension with useful words and phrases.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one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reusable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Question: What can we learn from Mock Regression Reading 3?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Teacher focus: Keep tasks clear.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Turn reading input into classroom discussion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Mock Regression Reading 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Mock Regression Reading 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board plan for the lesson.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