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class, introduce Unit 3 Sports and Fitness, and make the lesson goal visible in one or two sentences. Keep the activity fresh by asking for a different student example this time.</a:t>
            </a:r>
          </a:p>
          <a:p>
            <a:r>
              <a:t>Teaching Purpose: Open the lesson with a clear topic frame.</a:t>
            </a:r>
          </a:p>
          <a:p>
            <a:r>
              <a:t>Estimated Time: 2 minutes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objectives aloud and ask students which one may be the most challenging today.</a:t>
            </a:r>
          </a:p>
          <a:p>
            <a:r>
              <a:t>Teaching Purpose: Present the measurable objectives from the teaching design.</a:t>
            </a:r>
          </a:p>
          <a:p>
            <a:r>
              <a:t>Estimated Time: 3 minutes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quick think-pair-share activity to activate prior knowledge without spending too much time.</a:t>
            </a:r>
          </a:p>
          <a:p>
            <a:r>
              <a:t>Teaching Purpose: Activate students' background knowledge and interest.</a:t>
            </a:r>
          </a:p>
          <a:p>
            <a:r>
              <a:t>Estimated Time: 4 minutes</a:t>
            </a:r>
          </a:p>
          <a:p>
            <a:r>
              <a:t>Interaction Type: Pair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two predictions and tell students to read with those predictions in mind.</a:t>
            </a:r>
          </a:p>
          <a:p>
            <a:r>
              <a:t>Teaching Purpose: Guide students to predict content before reading.</a:t>
            </a:r>
          </a:p>
          <a:p>
            <a:r>
              <a:t>Estimated Time: 4 minutes</a:t>
            </a:r>
          </a:p>
          <a:p>
            <a:r>
              <a:t>Interaction Type: Individual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the reading tightly and remind students not to stop at every new word.</a:t>
            </a:r>
          </a:p>
          <a:p>
            <a:r>
              <a:t>Teaching Purpose: Help students read for the main idea.</a:t>
            </a:r>
          </a:p>
          <a:p>
            <a:r>
              <a:t>Estimated Time: 5 minutes</a:t>
            </a:r>
          </a:p>
          <a:p>
            <a:r>
              <a:t>Interaction Type: Individual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after each question and ask students where they found the answer in the text.</a:t>
            </a:r>
          </a:p>
          <a:p>
            <a:r>
              <a:t>Teaching Purpose: Lead students to find details and evidence.</a:t>
            </a:r>
          </a:p>
          <a:p>
            <a:r>
              <a:t>Estimated Time: 7 minutes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vocabulary work brief and move students quickly into using the expressions in context.</a:t>
            </a:r>
          </a:p>
          <a:p>
            <a:r>
              <a:t>Teaching Purpose: Support comprehension with useful words and phrases.</a:t>
            </a:r>
          </a:p>
          <a:p>
            <a:r>
              <a:t>Estimated Time: 4 minutes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sentence pattern once, then let students produce one short example on their own.</a:t>
            </a:r>
          </a:p>
          <a:p>
            <a:r>
              <a:t>Teaching Purpose: Highlight reusable sentence patterns and language points.</a:t>
            </a:r>
          </a:p>
          <a:p>
            <a:r>
              <a:t>Estimated Time: 4 minutes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 during the discussion and push students to support their ideas with reasons or examples.</a:t>
            </a:r>
          </a:p>
          <a:p>
            <a:r>
              <a:t>Teaching Purpose: Turn reading input into classroom discussion output.</a:t>
            </a:r>
          </a:p>
          <a:p>
            <a:r>
              <a:t>Estimated Time: 5 minutes</a:t>
            </a:r>
          </a:p>
          <a:p>
            <a:r>
              <a:t>Interaction Type: Group 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summarize first, then add any missing point in one concise closing comment.</a:t>
            </a:r>
          </a:p>
          <a:p>
            <a:r>
              <a:t>Teaching Purpose: Lead-in, reading tasks, language support, discussion, summary, homework.</a:t>
            </a:r>
          </a:p>
          <a:p>
            <a:r>
              <a:t>Estimated Time: 3 minutes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product and quality requirement clearly before students leave the classroom.</a:t>
            </a:r>
          </a:p>
          <a:p>
            <a:r>
              <a:t>Teaching Purpose: Assign focused follow-up work after class.</a:t>
            </a:r>
          </a:p>
          <a:p>
            <a:r>
              <a:t>Estimated Time: 2 minutes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structure as the board plan so students can follow the logic of the lesson clearly.</a:t>
            </a:r>
          </a:p>
          <a:p>
            <a:r>
              <a:t>Teaching Purpose: Present a concise board plan for the lesson.</a:t>
            </a:r>
          </a:p>
          <a:p>
            <a:r>
              <a:t>Estimated Time: 1 minute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274320"/>
            <a:ext cx="2926080" cy="2103120"/>
          </a:xfrm>
          <a:prstGeom prst="ellipse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813816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85027"/>
                </a:solidFill>
              </a:defRPr>
            </a:pPr>
            <a:r>
              <a:t>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365C"/>
                </a:solidFill>
              </a:defRPr>
            </a:pPr>
            <a:r>
              <a:t>Unit 3 Sports And Fitness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75F57"/>
                </a:solidFill>
              </a:defRPr>
            </a:pPr>
            <a:r>
              <a:t>Reading • 高一 • 人教版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12224"/>
                </a:solidFill>
              </a:defRPr>
            </a:pPr>
            <a:r>
              <a:t>Unit 3</a:t>
            </a:r>
          </a:p>
          <a:p>
            <a:pPr>
              <a:spcAft>
                <a:spcPts val="1000"/>
              </a:spcAft>
              <a:defRPr sz="1800" b="0">
                <a:solidFill>
                  <a:srgbClr val="212224"/>
                </a:solidFill>
              </a:defRPr>
            </a:pPr>
            <a:r>
              <a:t>Reading and Thinking</a:t>
            </a:r>
          </a:p>
          <a:p>
            <a:pPr>
              <a:spcAft>
                <a:spcPts val="1000"/>
              </a:spcAft>
              <a:defRPr sz="1800" b="0">
                <a:solidFill>
                  <a:srgbClr val="212224"/>
                </a:solidFill>
              </a:defRPr>
            </a:pPr>
            <a:r>
              <a:t>高一 | 人教版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828800"/>
            <a:ext cx="2468880" cy="12344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011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 minutes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Teacher-student interaction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881360" cy="73152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149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Identify the main idea and key details related to Fitness.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Use reading evidence to answer guided classroom questions.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Give a short spoken or written response with clear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874519"/>
            <a:ext cx="1645920" cy="2240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205740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365C"/>
                </a:solidFill>
              </a:defRPr>
            </a:pPr>
            <a:r>
              <a:t>3 minutes</a:t>
            </a:r>
          </a:p>
          <a:p/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715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5F57"/>
                </a:solidFill>
              </a:defRPr>
            </a:pPr>
            <a:r>
              <a:t>Purpose: Present the measurable objectives from the teaching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Look at the topic: Unit 3 Sports and Fitness.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Think: What do you already know about Fitness?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Share one idea with your partner.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lead_in</a:t>
            </a:r>
          </a:p>
          <a:p/>
          <a:p>
            <a:r>
              <a:t>Purpose</a:t>
            </a:r>
          </a:p>
          <a:p>
            <a:r>
              <a:t>Activate students' background knowledge and interest.</a:t>
            </a:r>
          </a:p>
          <a:p/>
          <a:p>
            <a:r>
              <a:t>Interaction</a:t>
            </a:r>
          </a:p>
          <a:p>
            <a:r>
              <a:t>Pair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4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Read the title and key words.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Predict what the text may talk about.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Write one guiding question before reading.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prediction</a:t>
            </a:r>
          </a:p>
          <a:p/>
          <a:p>
            <a:r>
              <a:t>Purpose</a:t>
            </a:r>
          </a:p>
          <a:p>
            <a:r>
              <a:t>Guide students to predict content before reading.</a:t>
            </a:r>
          </a:p>
          <a:p/>
          <a:p>
            <a:r>
              <a:t>Interaction</a:t>
            </a:r>
          </a:p>
          <a:p>
            <a:r>
              <a:t>Individual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4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Skim the text for the main idea.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Match each paragraph with one short heading.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Check your idea with a partner.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fast_reading</a:t>
            </a:r>
          </a:p>
          <a:p/>
          <a:p>
            <a:r>
              <a:t>Purpose</a:t>
            </a:r>
          </a:p>
          <a:p>
            <a:r>
              <a:t>Help students read for the main idea.</a:t>
            </a:r>
          </a:p>
          <a:p/>
          <a:p>
            <a:r>
              <a:t>Interaction</a:t>
            </a:r>
          </a:p>
          <a:p>
            <a:r>
              <a:t>Individual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5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Read again and look for key details.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Answer the guided questions with evidence.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Underline the sentence that supports your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careful_reading</a:t>
            </a:r>
          </a:p>
          <a:p/>
          <a:p>
            <a:r>
              <a:t>Purpose</a:t>
            </a:r>
          </a:p>
          <a:p>
            <a:r>
              <a:t>Lead students to find details and evidence.</a:t>
            </a:r>
          </a:p>
          <a:p/>
          <a:p>
            <a:r>
              <a:t>Interaction</a:t>
            </a:r>
          </a:p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7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Focus words: main idea, supporting detail, text evidence.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Match each word with its meaning or function.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Use one expression in a new sentence.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vocabulary_focus</a:t>
            </a:r>
          </a:p>
          <a:p/>
          <a:p>
            <a:r>
              <a:t>Purpose</a:t>
            </a:r>
          </a:p>
          <a:p>
            <a:r>
              <a:t>Support comprehension with useful words and phrases.</a:t>
            </a:r>
          </a:p>
          <a:p/>
          <a:p>
            <a:r>
              <a:t>Interaction</a:t>
            </a:r>
          </a:p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4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Language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Notice one useful sentence pattern from the text.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Try this frame: I think ... because ... about Fitness.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Complete the frame with your own idea.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language_points</a:t>
            </a:r>
          </a:p>
          <a:p/>
          <a:p>
            <a:r>
              <a:t>Purpose</a:t>
            </a:r>
          </a:p>
          <a:p>
            <a:r>
              <a:t>Highlight reusable sentence patterns and language points.</a:t>
            </a:r>
          </a:p>
          <a:p/>
          <a:p>
            <a:r>
              <a:t>Interaction</a:t>
            </a:r>
          </a:p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4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10972800" cy="713232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Group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6995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Question: What can we learn from Unit 3 Sports and Fitness?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Work in groups and prepare two strong ideas.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Choose one speaker for the group report.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Teacher focus: 增加课堂互动，适合公开课展示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417320"/>
            <a:ext cx="297180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737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365C"/>
                </a:solidFill>
              </a:defRPr>
            </a:pPr>
            <a:r>
              <a:t>Teaching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Purpose: Turn reading input into classroom discussion output.</a:t>
            </a:r>
          </a:p>
          <a:p/>
          <a:p>
            <a:r>
              <a:t>Interaction: Group discussion</a:t>
            </a:r>
          </a:p>
          <a:p/>
          <a:p>
            <a:r>
              <a:t>Time: 5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881360" cy="73152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149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Today we worked on Unit 3 Sports and Fitness.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Review the key language and the main classroom task.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Task: Finish the sentence 'Today I can now...'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874519"/>
            <a:ext cx="1645920" cy="2240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205740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365C"/>
                </a:solidFill>
              </a:defRPr>
            </a:pPr>
            <a:r>
              <a:t>3 minutes</a:t>
            </a:r>
          </a:p>
          <a:p/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715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5F57"/>
                </a:solidFill>
              </a:defRPr>
            </a:pPr>
            <a:r>
              <a:t>Purpose: Lead-in, reading tasks, language support, discussion, summary, homework.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881360" cy="73152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149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Finish or improve a short reading response.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Task: Bring one question to the next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874519"/>
            <a:ext cx="1645920" cy="2240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205740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365C"/>
                </a:solidFill>
              </a:defRPr>
            </a:pPr>
            <a:r>
              <a:t>2 minutes</a:t>
            </a:r>
          </a:p>
          <a:p/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715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5F57"/>
                </a:solidFill>
              </a:defRPr>
            </a:pPr>
            <a:r>
              <a:t>Purpose: Assign focused follow-up work after class.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Blackboard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Unit 3 Sports and Fitness.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Topic -&gt; Evidence -&gt; Language -&gt; Output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Useful frame: I think ... because 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blackboard_design</a:t>
            </a:r>
          </a:p>
          <a:p/>
          <a:p>
            <a:r>
              <a:t>Purpose</a:t>
            </a:r>
          </a:p>
          <a:p>
            <a:r>
              <a:t>Present a concise board plan for the lesson.</a:t>
            </a:r>
          </a:p>
          <a:p/>
          <a:p>
            <a:r>
              <a:t>Interaction</a:t>
            </a:r>
          </a:p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1 minute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