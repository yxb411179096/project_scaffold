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Ollama Reading Demo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Senior 1 • PEP Compulsory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4: Reading and Thinking.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Senior 1 | PEP Compulsory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Introduce the lesson topic and objectives.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Identify main ideas and supporting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Use textual evidence in discussions.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Provide clear, supported responses.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Outline what students will learn in this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Lead-in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Ollama Reading Demo 2 / scene /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Lead-in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Topic: Ollama Reading Demo 2.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What do you know about it?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Share one idea with a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Engage students with background knowledge and interest.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Ollama Reading Demo 2 / scene /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Read the title and key words.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Predict what the text may be about.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Write one guiding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Individual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predict the content of the reading.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quickly to grasp the main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paragraph with a short heading.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Help students identify the main idea through quick reading.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again to find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Answer guided questions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find supporting details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Key words: main idea, supporting detail, text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word with its meaning or function.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Add one term.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Support comprehension with key vocabulary.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Notice a useful sentence pattern from the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Try this frame: I think ... because ... about 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Highlight useful sentence patterns and language 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Question: What can we learn from Ollama Reading Demo 2?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Prepare two key ideas.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Choose one speaker for the group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Share one strong idea with the class.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Encourage group discussion on lesson findings.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 And Reflection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Today's Ollama Reading Demo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key language and main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Review lesson highlights and encourage reflection.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 Assignment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Review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or improve a reading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Finish the follow-up task after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follow-up tasks to reinforce learning.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Blackboard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Ollama Reading Demo 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Frame: I think ... because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Task reminder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Output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Summarize key points of the lesson.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