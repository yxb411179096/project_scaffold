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Reading Demo Sports And Fitness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1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with a clear topic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the main idea and key details related to Fitness.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reading evidence to answer guided classroom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Reading Demo Sports and Fitness / scene / Fitness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Reading Demo Sports and Fitness.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Fitness?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students' background knowledge and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Reading Demo Sports and Fitness / scene / Fitness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content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Skim the text for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one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read for the main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and look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the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 students to find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with useful words and phrases.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one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Fitness.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reusable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Reading Demo Sports and Fitness?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Teacher focus: Focus on classroom interaction and clear tasks.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Turn reading input into classroom discussion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Reading Demo Sports and Fitness.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Reading Demo Sports and Fitness.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board plan for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