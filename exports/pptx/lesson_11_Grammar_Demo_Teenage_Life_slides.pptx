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785027"/>
                </a:solidFill>
              </a:defRPr>
            </a:pPr>
            <a:r>
              <a:t>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2365C"/>
                </a:solidFill>
              </a:defRPr>
            </a:pPr>
            <a:r>
              <a:t>Grammar Demo Teenage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75F57"/>
                </a:solidFill>
              </a:defRPr>
            </a:pPr>
            <a:r>
              <a:t>Grammar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Unit 2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Grammar Workshop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Open the lesson with the grammar topic and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Notice the target grammar form and explain its basic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Apply the grammar rule in guided and controlled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Produce one short output with the target structure accurately.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F1E9DC"/>
          </a:solidFill>
          <a:ln w="19050">
            <a:solidFill>
              <a:srgbClr val="785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785027"/>
                </a:solidFill>
              </a:defRPr>
            </a:pPr>
            <a:r>
              <a:t>Image Placeholder: Grammar Demo Teenage Life / scene / Life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2365C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Think about Grammar Demo Teenage Life.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Share one quick idea with a partner.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Task: Be ready to report one idea.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785027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Warm up the class and activate prior knowledge.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Observe And Discover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2365C"/>
                </a:solidFill>
              </a:defRPr>
            </a:pPr>
            <a:r>
              <a:t>Read the example sentences carefully.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Underline the target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Task: Discuss what changes in form and meaning.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Lead students to notice grammar patterns from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Grammar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17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Focus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Form: Find the grammar pattern.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Meaning: Say when we use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4617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0195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Focus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3172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Task: Copy one model sentence and explain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04688" y="3611880"/>
            <a:ext cx="411480" cy="0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Summarize the grammar form, meaning, and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Guided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Complete the sentence frames.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Use the target structure 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Task: Check your answers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12224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Support first attempts with sentence frames or hints.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Controlled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Rewrite the sentences with the target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Look for accuracy, not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Task: Correct one answer on the board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12224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Strengthen grammar accuracy through focused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Communicative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Use the grammar in a short dialogue about Life.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Speak with a partner and use the target structure at least twice.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Task: Share one example with the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12224"/>
                </a:solidFill>
              </a:defRPr>
            </a:pPr>
            <a:r>
              <a:t>Task Reminder: Teacher focus: Focus on classroom interaction and clear tasks.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Move grammar into meaningful classroom communication.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Error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2365C"/>
                </a:solidFill>
              </a:defRPr>
            </a:pPr>
            <a:r>
              <a:t>Read the sentences with mistakes.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Find the error and explain the reason.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Task: Correct one sentence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Help students notice and fix common mistakes.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2365C"/>
                </a:solidFill>
              </a:defRPr>
            </a:pPr>
            <a:r>
              <a:t>Today we worked on Grammar Demo Teenage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12224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12224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Observation, rule induction, guided practice, controlled practice, output, summary.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Finish or improve a short grammar-based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Extend grammar use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