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3 Sports and Fitness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Round8 Reading Route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3 Sports and Fitness.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 and Thinking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Introduce the lesson topic clearly.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main ideas and supporting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Use textual evidence to answer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Summarize key 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clear, measurable learning goals.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Warm-up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Round8 Reading Route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Warm-up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Think: What do you know about Demo?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students' background knowledge and interest in the topic.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Round8 Reading Route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be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Write one guiding question before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predict content before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quickly to grasp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a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identify the main idea efficiently.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to find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the classroom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locate supporting details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Key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Add one term.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Support comprehension through key vocabulary.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a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useful sentence patterns and language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Q: What can we learn from Round8 Reading Route Demo?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groups, prepare 2 key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Choose a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Share one strong idea with the class.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Encourage group discussion on findings.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Today's focus: Round8 Reading Route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key language and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Summarize the lesson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Complete or improve a short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the follow-up task after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follow-up work for after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Round8 Reading Route Demo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think... because...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a concise lesson plan on the 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