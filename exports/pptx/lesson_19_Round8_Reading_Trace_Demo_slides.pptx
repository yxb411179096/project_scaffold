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55F88"/>
                </a:solidFill>
              </a:defRPr>
            </a:pPr>
            <a:r>
              <a:t>Unit 2 Travelling Around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84C79"/>
                </a:solidFill>
              </a:defRPr>
            </a:pPr>
            <a:r>
              <a:t>Round8 Reading Trace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07080"/>
                </a:solidFill>
              </a:defRPr>
            </a:pPr>
            <a:r>
              <a:t>Reading • 高一 • 人教版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2 Travelling Around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Reading and Thinking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Introduce the lesson topic and objectives.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Identify main ideas and supporting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Answer questions using textual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Participate in group discussions.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Outline what students will achieve by the end of the lesson.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Warm-up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Round8 Reading Trace Demo / scene /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Warm-up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Think: What do you know about Demo?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Share one idea with your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Pair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Activate prior knowledge and set up for reading.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Prediction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Round8 Reading Trace Demo / scene /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Prediction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Read the title and key words.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Predict what the text may be about.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Write one guiding question.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Individual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Encourage students to make predictions about the text content.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quickly to grasp the main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paragraph with a short heading.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Complete the classroom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Train students to identify main ideas swiftly.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again to find key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Answer guided questions with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Complete the classroom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Guide students to locate supporting details and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Key words: main idea, supporting detail, text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word with its meaning or function.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Add one term.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Introduce key vocabulary for better comprehension.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Language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84C79"/>
                </a:solidFill>
              </a:defRPr>
            </a:pPr>
            <a:r>
              <a:t>Notice a useful sentence pattern from the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Try this frame: I think ... because ... about Demo.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Highlight important sentence patterns and language 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Group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184C79"/>
                </a:solidFill>
              </a:defRPr>
            </a:pPr>
            <a: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Q: What can we learn from Round8 Reading Trace Demo?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How To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Work in groups and prepare two strong ideas.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Choose one speaker for the group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Share one strong idea with the class.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154680"/>
            <a:ext cx="594360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07808" y="3154680"/>
            <a:ext cx="484632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Facilitate group discussions to share insights.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 And Reflection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84C79"/>
                </a:solidFill>
              </a:defRPr>
            </a:pPr>
            <a:r>
              <a:t>Today we worked on Round8 Reading Trace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Review key language and main task.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Summarize key points and encourage reflection.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 Assignment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Review today's key language.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Finish or improve a short reading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Finish the follow-up task after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Assign follow-up tasks for home study.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Blackboard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72768"/>
            <a:ext cx="10332720" cy="4160520"/>
          </a:xfrm>
          <a:prstGeom prst="rect">
            <a:avLst/>
          </a:prstGeom>
          <a:solidFill>
            <a:srgbClr val="284934"/>
          </a:solidFill>
          <a:ln w="25400">
            <a:solidFill>
              <a:srgbClr val="1C3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7FAF4"/>
                </a:solidFill>
              </a:defRPr>
            </a:pPr>
            <a:r>
              <a:t>Round8 Reading Trace Demo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331720"/>
            <a:ext cx="0" cy="2971800"/>
          </a:xfrm>
          <a:prstGeom prst="line">
            <a:avLst/>
          </a:prstGeom>
          <a:ln>
            <a:solidFill>
              <a:srgbClr val="E1E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70432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Topic -&gt; Evidence -&gt; Language -&gt; Output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Useful frame: I think ... because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5292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Task reminder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Output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Provide a concise summary of the lesson content.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