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2 Travelling Around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[TEST] Round8.1 Normal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2 Travelling Around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Reading and Thinking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高一 | 人教版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Introduce the lesson topic and objectives.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Identify main ideas and supporting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Answer questions with textual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Summarize key 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State clear, measurable learning goals.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Warm-Up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[TEST] Round8.1 Normal Reading / scene / Reading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Warm-Up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[TEST] Round8.1 Normal Reading.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What do you know about reading?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Share one idea with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prior knowledge and engage students.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[TEST] Round8.1 Normal Reading / scene / Reading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what the text might be about.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Write one guiding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students to make predictions about the text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quickly to grasp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paragraph with a short heading.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Read quickly for main ideas and overall understanding.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again to find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guided questions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Analyze text details and supporting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Focus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 or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Add one term.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key vocabulary for better comprehension.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a useful sentence pattern from the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Reading.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Emphasize useful sentence patterns and expressions.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Q: What can we learn from [TEST] Round8.1 Normal Reading?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Work in groups, prepare 2 key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Task: Choose a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Share one strong idea with the class.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Facilitate text analysis through group discussion.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Today's lesson: [TEST] Round8.1 Normal 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key language and main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Task: Finish 'Today I can now...'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Summarize the lesson's key 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 Assignment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or improve a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Bring one question for next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follow-up tasks to reinforce learning.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[TEST] Round8.1 Normal Reading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Useful frame: I think... because...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a concise summary of the lesson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