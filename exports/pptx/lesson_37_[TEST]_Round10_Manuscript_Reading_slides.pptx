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[TEST] Round10 Manuscript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Open the lesson and present the theme.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Lead-in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The teacher shows two questions: How much time do you spend online every day?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What do you usually do on the Internet?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Clarify what students should learn in this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Round10 Manuscript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Prediction Students look at the title and the first picture.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Question: They predict what problems and advantages may appear in the text and write down one guess.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Teacher-student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background knowledge and build interest.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Round10 Manuscript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Fast Reading Students read the passage quickly and match each paragraph with its main idea.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Question: Then they choose the best title for the whole text.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predict topic and content before deeper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Careful Reading Students read again and answer three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Why do some teenagers spend too much time online?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How can the Internet help with study?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What advice does the writer give?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Check gist and text structure quickly.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Vocabulary Focus The teacher explains key words and phrases: screen time, online safety, social...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Students use one of them to make a sentence.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Language Points The teacher highlights one sentence pattern: It is impor...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locate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Keyword: Language Points The teacher highlights one sentence pattern: It is important for students to...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Clue: The class practices with two examples related to study and daily life.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Example: Discussion In groups, students discuss the question: How can we use the Internet in a smart a...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useful words, phrases, and chunks.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Keyword: Discussion In groups, students discuss the question: How can we use the Internet in a smart and...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Clue: Each group gives two suggestions.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Example: Summary The class reviews the main idea, key words, and one practical suggestion.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Use: Homework Write a short paragraph ab...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Explain useful language points or sentence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Summary The class reviews the main idea, key words, and one practical suggestion.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Question: Homework Write a short paragraph about your online habits and give two ideas for improvement.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Instruction: Blackboard Design Topic: The Internet and Teenagers | Main idea | Key words | Advice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student output and deeper thinking.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Understand the text around [TEST] Round10 Manuscript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Locate supporting details quickly.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one key idea about [TEST] Round10 Manuscript Reading.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Review key learning and close the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Blackboard Design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Topic: The Internet and Teenagers | Main idea | Key words | Advice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the follow-up task after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a clear follow-up task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Blackboard Design Topic: The Internet and Teenagers | Main idea | Key words | Advice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Key words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Sentence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Preserve the board design or classroom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