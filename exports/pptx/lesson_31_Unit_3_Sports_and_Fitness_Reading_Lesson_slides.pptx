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785027"/>
                </a:solidFill>
              </a:defRPr>
            </a:pPr>
            <a:r>
              <a:t>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2365C"/>
                </a:solidFill>
              </a:defRPr>
            </a:pPr>
            <a:r>
              <a:t>Unit 3 Sports And Fitness Reading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75F57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Unit 3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Reading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2分钟</a:t>
            </a:r>
          </a:p>
          <a:p>
            <a:r>
              <a:t>师生互动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Introduce the overall theme of the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理解主要思想和关键细节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回答课堂问题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完成阅读任务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Clarify the learning goals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F1E9DC"/>
          </a:solidFill>
          <a:ln w="19050">
            <a:solidFill>
              <a:srgbClr val="785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785027"/>
                </a:solidFill>
              </a:defRPr>
            </a:pPr>
            <a:r>
              <a:t>Image Placeholder: Unit 3 Sports and Fitness Reading Lesson / scene / Lesson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2365C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本节课讲 Living Legends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785027"/>
                </a:solidFill>
              </a:defRPr>
            </a:pPr>
            <a:r>
              <a:t>Interaction: 师生互动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Activate prior knowledge and set the course theme.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F1E9DC"/>
          </a:solidFill>
          <a:ln w="19050">
            <a:solidFill>
              <a:srgbClr val="785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785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785027"/>
                </a:solidFill>
              </a:defRPr>
            </a:pPr>
            <a:r>
              <a:t>Image Placeholder: Unit 3 Sports and Fitness Reading Lesson / scene / Lesson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2365C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12224"/>
                </a:solidFill>
              </a:defRPr>
            </a:pPr>
            <a:r>
              <a:t>预测 Living Legends 内容和主题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785027"/>
                </a:solidFill>
              </a:defRPr>
            </a:pPr>
            <a:r>
              <a:t>Interaction: 小组讨论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Help students establish a reading purpose.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快速阅读，提炼主要信息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12224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引导学生识别主旨和结构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仔细阅读，理解细节和深层含义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12224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支持细致阅读与证据理解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重点词汇学习和应用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Add one term.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Add one term.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展示关键词汇，用于理解与输出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2365C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讨论 Living Legends 的意义和影响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12224"/>
                </a:solidFill>
              </a:defRPr>
            </a:pPr>
            <a:r>
              <a:t>Choose a speaker.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12224"/>
                </a:solidFill>
              </a:defRPr>
            </a:pPr>
            <a:r>
              <a:t>Prepare one class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2365C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12224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D69C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D69C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转化课程输入为学生讨论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2365C"/>
                </a:solidFill>
              </a:defRPr>
            </a:pPr>
            <a:r>
              <a:t>Review key ideas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12224"/>
                </a:solidFill>
              </a:defRPr>
            </a:pPr>
            <a:r>
              <a:t>Share language points or strategies.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D69C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12224"/>
                </a:solidFill>
              </a:defRPr>
            </a:pPr>
            <a:r>
              <a:t>Prepare after-class tasks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D69C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Clearly summarize the lesson's收获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Review key language points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Complete after-class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Finish the follow-up task after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Assign home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Theme: Unit 3 Sports and Fitness Reading Lesson.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Key vocabulary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Core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classroom board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