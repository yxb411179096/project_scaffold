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Db Config Reading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8: Reading &amp; Thinking.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and set expectations.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ideas and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Answer questions with textual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Provide clear, supported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what students will learn in this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DB Config Reading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DB Config Reading Demo.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know about Demo?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prior knowledge and engage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 The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DB Config Reading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 The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be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a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students to make predictions about the reading material.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 For Main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find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ideas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read quickly and identify the main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 For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 from the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supporting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identify key details and evidence in the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Review important vocabulary to enhance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DB Config Reading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key language structures and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Q: What can we learn from DB Config Reading Demo?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group discussion of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And 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DB Config Reading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the lesson and reflect on learning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Bring one question for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tasks to reinforce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Lesson Plan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DB Config Reading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think... because...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lesson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