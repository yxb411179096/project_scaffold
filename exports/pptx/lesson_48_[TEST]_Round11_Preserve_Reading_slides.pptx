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785027"/>
                </a:solidFill>
              </a:defRPr>
            </a:pPr>
            <a:r>
              <a:t>Unit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2365C"/>
                </a:solidFill>
              </a:defRPr>
            </a:pPr>
            <a: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75F57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高中英语教学PPT文案：The Power of Reading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The Power of Reading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Preserve and present the original manuscript page: Cover.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Understand why reading matters in daily life.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Preserve and present the original manuscript page: Learning Objectives.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9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Keyword: develop a reading habit.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9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Clue: broaden our horizons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69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2365C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Example: read for pleasure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Preserve and present the original manuscript page: Lead-in.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25312"/>
            <a:ext cx="8915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675F57"/>
                </a:solidFill>
              </a:defRPr>
            </a:pPr>
            <a:r>
              <a:t>Hint: 可引导学生先说中文，再补英文关键词。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Key Sentence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2365C"/>
                </a:solidFill>
              </a:defRPr>
            </a:pPr>
            <a:r>
              <a:t>Reading is not only a way to get information, but also a way to understand the world.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785027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Keyword: gain knowledge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785027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Clue: understand the world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785027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12224"/>
                </a:solidFill>
              </a:defRPr>
            </a:pPr>
            <a:r>
              <a:t>Reading helps us learn new ideas.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Preserve and present the original manuscript page: Key Sentence.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Discussion and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2365C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Question: Why is reading still important in the digital age?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Homework: Write a short paragraph about a book that changed your thinking.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F1E9DC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2365C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12224"/>
                </a:solidFill>
              </a:defRPr>
            </a:pPr>
            <a:r>
              <a:t>Finish the follow-up task after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75F57"/>
                </a:solidFill>
              </a:defRPr>
            </a:pPr>
            <a:r>
              <a:t>Purpose: Preserve and present the original manuscript page: Discussion and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2365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